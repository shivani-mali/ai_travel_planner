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146847061" r:id="rId11"/>
    <p:sldId id="2146847066" r:id="rId12"/>
    <p:sldId id="269" r:id="rId13"/>
    <p:sldId id="2146847055" r:id="rId14"/>
    <p:sldId id="268" r:id="rId15"/>
    <p:sldId id="2146847058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DB851-D55A-D57D-6443-5D9D1B743A13}" v="1" dt="2026-01-09T01:37:34.252"/>
    <p1510:client id="{06A95988-9103-9840-9A33-06CCCAFF43F3}" v="2" dt="2026-01-08T09:39:16.666"/>
    <p1510:client id="{0D8DEDF3-DA33-D533-A2A7-3D97479C97E6}" v="1" dt="2026-01-08T05:56:44.331"/>
    <p1510:client id="{0EA92309-D17F-6248-1911-7220BDC05E78}" v="307" dt="2026-01-09T13:51:04.025"/>
    <p1510:client id="{2288FC78-4629-39D6-D2AE-56EFF3C2BFAF}" v="165" dt="2026-01-09T17:32:12.487"/>
    <p1510:client id="{2792BDB5-05E5-E16B-1342-A7280C238093}" v="925" dt="2026-01-09T14:57:14.137"/>
    <p1510:client id="{27A978E2-F2DC-8E62-9929-597F84B0C7C7}" v="2" dt="2026-01-09T13:38:16.812"/>
    <p1510:client id="{27AA7EBC-DDA4-32B2-84EF-69EF0497A77E}" v="1" dt="2026-01-08T05:11:11.015"/>
    <p1510:client id="{2A8A3CEB-4E98-2A1D-0AD7-2640CB5184C4}" v="5" dt="2026-01-08T15:37:47.238"/>
    <p1510:client id="{2BC6B123-ACDA-E3C9-89A7-21D8CAC89351}" v="58" dt="2026-01-09T08:04:13.780"/>
    <p1510:client id="{3385B2F3-C333-2591-4247-810202C24BAB}" v="1" dt="2026-01-08T08:02:18.721"/>
    <p1510:client id="{385EA177-B231-3BFB-772B-5ECD5A400D5D}" v="264" dt="2026-01-08T04:03:44.855"/>
    <p1510:client id="{3BAAD141-860D-1D2B-3169-48345E83849D}" v="293" dt="2026-01-08T09:52:55.091"/>
    <p1510:client id="{41F2DE86-3FC9-0F68-1E58-BA73C7F62D1B}" v="7" dt="2026-01-08T03:47:39.827"/>
    <p1510:client id="{4501A8C1-B67E-C543-4212-2EBA5DCC6EAD}" v="1" dt="2026-01-08T13:58:53.574"/>
    <p1510:client id="{48AF1C05-F105-69BE-3D62-BDFA9CE3B097}" v="2" dt="2026-01-08T15:01:50.149"/>
    <p1510:client id="{500641F9-050A-153E-8830-8C89394A2C7B}" v="181" dt="2026-01-08T04:39:25.062"/>
    <p1510:client id="{5CAEA8A5-BFAE-0E71-4CA9-D1BA4DAC9212}" v="297" dt="2026-01-08T04:53:59.651"/>
    <p1510:client id="{5D01E94F-B0E9-17C8-5485-505A6AE23ED5}" v="4" dt="2026-01-09T17:36:36.061"/>
    <p1510:client id="{5E8B3754-4458-D253-D0BF-7132540303E5}" v="55" dt="2026-01-08T19:29:55.769"/>
    <p1510:client id="{6B03F0F6-7D8D-D409-F5D4-3F33D405A55A}" v="1" dt="2026-01-09T10:13:26.069"/>
    <p1510:client id="{6B6BE0DA-1D77-3FD2-9D13-8EA5FC8D6558}" v="81" dt="2026-01-08T11:32:33.873"/>
    <p1510:client id="{7623F2A0-A541-A248-C3C8-B33B0D2AD600}" v="484" dt="2026-01-08T19:18:04.922"/>
    <p1510:client id="{7AEF6AE5-FA0D-0805-D495-50B9F88ED58C}" v="4" dt="2026-01-08T13:26:23.469"/>
    <p1510:client id="{820FD765-C5F4-4781-4E6F-0F36A4AE50BF}" v="6" dt="2026-01-09T17:34:13.995"/>
    <p1510:client id="{8452C06F-6B4C-0F82-DE47-871AE9D8FF83}" v="1" dt="2026-01-08T09:04:32.372"/>
    <p1510:client id="{8FF5FA24-C601-6E21-30A8-3421E56F160D}" v="3" dt="2026-01-08T04:53:39.756"/>
    <p1510:client id="{926DDCF8-E1C7-9B0A-CA91-4F6042322CC6}" v="795" dt="2026-01-09T16:19:26.219"/>
    <p1510:client id="{9574CD3D-64C1-1DFD-AF68-29A836874175}" v="5" dt="2026-01-08T16:59:06.079"/>
    <p1510:client id="{98FEC7F9-761E-BAC0-D155-CF726903ECEA}" v="78" dt="2026-01-08T09:54:38.625"/>
    <p1510:client id="{9BF7A31D-8C58-E64C-B418-A97C8521ADB3}" v="2" dt="2026-01-08T08:56:40.060"/>
    <p1510:client id="{9E6B58D7-B68B-ED18-DC3C-EA6CF798A9CC}" v="5" dt="2026-01-08T17:36:08.321"/>
    <p1510:client id="{A09691FA-2BA8-3FFD-1387-4DD0309F763C}" v="3" dt="2026-01-08T20:20:19.180"/>
    <p1510:client id="{BD887A52-C23F-02A0-2409-9022F637CD89}" v="11" dt="2026-01-08T11:46:37.004"/>
    <p1510:client id="{BE9E0F9B-4B67-C353-EB1A-3C1202605B89}" v="518" dt="2026-01-08T11:14:12.394"/>
    <p1510:client id="{C0AEFEC5-EAC4-95B2-E96B-94706CEBA50C}" v="4" dt="2026-01-08T14:59:22.866"/>
    <p1510:client id="{C1C0B235-AA11-5389-423A-7358292A480D}" v="4" dt="2026-01-09T08:28:43.466"/>
    <p1510:client id="{C78FBD60-30AD-5114-5014-79EF368E1F9D}" v="28" dt="2026-01-08T11:17:42.619"/>
    <p1510:client id="{D4388F57-48A8-D081-07C1-07770909AE7F}" v="2" dt="2026-01-08T09:17:14.138"/>
    <p1510:client id="{DDE2C3CB-E3D5-4F2F-0F63-C6DF5E0C8BC9}" v="7" dt="2026-01-08T05:36:55.343"/>
    <p1510:client id="{E34A1D18-9CFB-F6FF-C410-19DC22F1B267}" v="1" dt="2026-01-08T11:55:07.432"/>
    <p1510:client id="{E61054DB-29B8-6BEE-69A0-92D100E2F0D8}" v="2" dt="2026-01-09T15:37:33.483"/>
    <p1510:client id="{E9866678-3F45-D054-C469-E2A56C12A128}" v="1" dt="2026-01-09T11:44:39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586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235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007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ohansaidinesh/indian-places-travel-cost" TargetMode="External"/><Relationship Id="rId2" Type="http://schemas.openxmlformats.org/officeDocument/2006/relationships/hyperlink" Target="https://www.kaggle.com/datasets/saketk511/travel-dataset-guide-to-indias-must-see-place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222028"/>
            <a:ext cx="962025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TITLE:</a:t>
            </a:r>
            <a:b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Student Travel Planner for Indian Cities</a:t>
            </a:r>
            <a:endParaRPr lang="en-US" sz="4000" dirty="0">
              <a:solidFill>
                <a:schemeClr val="accent1"/>
              </a:solidFill>
              <a:latin typeface="Times New Roman" panose="02020603050405020304" pitchFamily="18" charset="0"/>
              <a:ea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0142" y="3599301"/>
            <a:ext cx="1006785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US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– 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Shivani Satish Mali</a:t>
            </a: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– 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Sanjay Ghodawat Institute, Atigre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53" y="792479"/>
            <a:ext cx="2625147" cy="71628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846" y="1640859"/>
            <a:ext cx="11478307" cy="479021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Approach (Technology Used)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&amp; Deployment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05435" indent="-305435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6185368" cy="53029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274A7-C9A1-C4D4-4B00-89F6C29C34D7}"/>
              </a:ext>
            </a:extLst>
          </p:cNvPr>
          <p:cNvSpPr txBox="1"/>
          <p:nvPr/>
        </p:nvSpPr>
        <p:spPr>
          <a:xfrm>
            <a:off x="288324" y="1164134"/>
            <a:ext cx="11615351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want to travel on limited budgets but face several challenges: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affordable, student-friendly travel planning tools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travel apps focus mainly on bookings and luxury travel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simple way to plan trips based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budget, interests, and number of days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spend excessive time manually searching places and costs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overruns due to poor planning and unrealistic expectations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planners often suggest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unrealistic number of days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considering how many attractions a city actually has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students struggle to plan efficient, economical, and interest-based trips.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F1285-BD16-F6BE-90D5-EEC5DF91A7E8}"/>
              </a:ext>
            </a:extLst>
          </p:cNvPr>
          <p:cNvSpPr txBox="1"/>
          <p:nvPr/>
        </p:nvSpPr>
        <p:spPr>
          <a:xfrm>
            <a:off x="581192" y="1388372"/>
            <a:ext cx="1078280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AI Travel Planner for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basic travel inputs from the user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travel itinerary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student-friendly destinations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adjusts trip days based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available attractions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realistic daily budgets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auto-adjusting days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trip summaries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 vs planned days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completely offline without live APIs or bookings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acts as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assistant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a booking platform.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1" y="4300110"/>
            <a:ext cx="5059680" cy="2730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Streamlit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Logic: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(no machine learning)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&gt;=1.30.0</a:t>
            </a:r>
          </a:p>
          <a:p>
            <a:pPr marL="0" indent="0" defTabSz="914400">
              <a:buClr>
                <a:srgbClr val="1CADE4"/>
              </a:buClr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0DE6600-F57E-C051-5B1C-1A132FAF3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1" y="1192868"/>
            <a:ext cx="5059680" cy="3146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(Streamlit UI)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city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days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budget (₹)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Interests (nature, food, culture, adventure, etc.)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type (solo / friends)</a:t>
            </a:r>
          </a:p>
          <a:p>
            <a:pPr marL="0" indent="0" defTabSz="914400">
              <a:buClr>
                <a:srgbClr val="1CADE4"/>
              </a:buClr>
              <a:buFont typeface="Wingdings 2" panose="05020102010507070707" pitchFamily="18" charset="2"/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5F49C90-6428-E613-E22D-D332D77C1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92868"/>
            <a:ext cx="5059680" cy="2312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Logic (Python)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input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daily budget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places based on interests and travel type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day-wise itinerary using rule-based logic</a:t>
            </a:r>
          </a:p>
          <a:p>
            <a:pPr marL="0" indent="0" defTabSz="914400">
              <a:buClr>
                <a:srgbClr val="1CADE4"/>
              </a:buClr>
              <a:buFont typeface="Wingdings 2" panose="05020102010507070707" pitchFamily="18" charset="2"/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836EA4A-C82C-73A0-7612-AE6B0FFBE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024095"/>
            <a:ext cx="5059680" cy="4507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(JSON)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file: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places_data.json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names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names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costs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tips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links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Clr>
                <a:srgbClr val="1CADE4"/>
              </a:buClr>
              <a:buFont typeface="Wingdings 2" panose="05020102010507070707" pitchFamily="18" charset="2"/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Algorithm &amp;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8775-3E02-55E5-5D54-2C89CA019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94" y="1482520"/>
            <a:ext cx="5636727" cy="467332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inputs: destination, days, budget, interests, travel type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filter places from local JSON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how many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sightseeing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days the city can support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Auto-limit planned days if requested days are higher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places by low cost and generate a day-wise itinerary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Recalculate daily budget using planned days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total cost and show budget suggestions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DCA20-2999-5171-E49A-52C28EA2A1AA}"/>
              </a:ext>
            </a:extLst>
          </p:cNvPr>
          <p:cNvSpPr txBox="1"/>
          <p:nvPr/>
        </p:nvSpPr>
        <p:spPr>
          <a:xfrm>
            <a:off x="6278880" y="1861577"/>
            <a:ext cx="6096000" cy="279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1CADE4"/>
              </a:buClr>
              <a:buSzPct val="92000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3060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1CADE4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1CADE4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Runs locally on the system</a:t>
            </a:r>
          </a:p>
          <a:p>
            <a:pPr marL="3060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1CADE4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Executed using command: “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run app.py”</a:t>
            </a:r>
          </a:p>
          <a:p>
            <a:pPr marL="3060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1CADE4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Opens automatically in a web browser</a:t>
            </a:r>
          </a:p>
          <a:p>
            <a:pPr marL="3060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1CADE4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No external APIs or continuous internet required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7056-60E4-D595-E326-5DD75CD1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382647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53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B31B-E9A6-FA2C-FBE4-21A44C9D2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>
            <a:noAutofit/>
          </a:bodyPr>
          <a:lstStyle/>
          <a:p>
            <a:pPr marL="324485" indent="0">
              <a:buNone/>
            </a:pP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Resources</a:t>
            </a:r>
            <a:r>
              <a:rPr lang="en-GB" sz="2400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24485" indent="0">
              <a:buNone/>
            </a:pPr>
            <a:r>
              <a:rPr lang="en-GB" sz="2400" dirty="0">
                <a:solidFill>
                  <a:srgbClr val="0A0A0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Kaggle is an excellent source for datasets and notebooks related to AI nutrition and fitness planning. </a:t>
            </a:r>
          </a:p>
          <a:p>
            <a:pPr marL="629920" lvl="1" indent="-305435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Travel Dataset: Guide to India's Must See Places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This dataset contains key tourist destinations across India with brief information about each place.</a:t>
            </a:r>
          </a:p>
          <a:p>
            <a:pPr marL="324485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9920" lvl="1" indent="-305435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Indian-places-travel-cost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dataset includes Indian travel destinations with accommodation types and cost details.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D719E72-E0E4-6BA8-4AB3-3ABF652B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13" y="1839227"/>
            <a:ext cx="11275330" cy="4314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scope of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Travel Planner for Students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improved personalization, smarter budget planning, and real-time adaptability, enabling it to evolve from a basic itinerary generator into an intelligent and interactive travel assistant.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Future Trends: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Personalization: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past preferences for better itineraries.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plans using live weather and transport data.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Budget Optimization: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cost estimates with seasonal trends.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Integration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Adds routing and nearby place suggestions.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Expansion: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easy addition of new cities and attractions.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Conclusion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59" y="2026919"/>
            <a:ext cx="11029615" cy="39014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The AI Travel Planner for Students provides a simple and budget-aware solution for travel planning by generating personalized, day-wise itineraries based on user preferences and financial limits. By using clear, rule-based logic, the system ensures realistic planning without relying on complex machine learning or live data.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customizes itineraries based on interests, travel type, and budget.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&amp; Simplicity: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design enables fast, offline execution. 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Student-Friendly: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recommendations reduce planning effort and cost.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extend with new cities and attractions.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:</a:t>
            </a:r>
            <a:r>
              <a:rPr lang="en-IN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https://github.com/vinaya292005/Personalized-workout-and-diet-planner-with-AI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 : </a:t>
            </a:r>
            <a:r>
              <a:rPr lang="en-IN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https://colab.research.google.com/drive/1BZTsqq4Ao-uCD6OvN6ARn48Q05eaYG4A?usp=sharing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880360"/>
            <a:ext cx="10728959" cy="1409541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You…..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83</TotalTime>
  <Words>753</Words>
  <Application>Microsoft Office PowerPoint</Application>
  <PresentationFormat>Widescreen</PresentationFormat>
  <Paragraphs>113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Franklin Gothic Book</vt:lpstr>
      <vt:lpstr>Franklin Gothic Demi</vt:lpstr>
      <vt:lpstr>Times New Roman</vt:lpstr>
      <vt:lpstr>Wingdings 2</vt:lpstr>
      <vt:lpstr>DividendVTI</vt:lpstr>
      <vt:lpstr>TITLE: AI-Based Student Travel Planner for Indian Cities</vt:lpstr>
      <vt:lpstr>OUTLINE</vt:lpstr>
      <vt:lpstr>Problem Statement</vt:lpstr>
      <vt:lpstr>Proposed Solution</vt:lpstr>
      <vt:lpstr>System  Approach</vt:lpstr>
      <vt:lpstr>Algorithm &amp; Deployment</vt:lpstr>
      <vt:lpstr>RESULTS</vt:lpstr>
      <vt:lpstr>PowerPoint Presentation</vt:lpstr>
      <vt:lpstr>References</vt:lpstr>
      <vt:lpstr>PowerPoint Presentation</vt:lpstr>
      <vt:lpstr>Conclusion</vt:lpstr>
      <vt:lpstr>GitHub link</vt:lpstr>
      <vt:lpstr>Thank  You…..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Shivani Mali</cp:lastModifiedBy>
  <cp:revision>30</cp:revision>
  <dcterms:created xsi:type="dcterms:W3CDTF">2021-05-26T16:50:10Z</dcterms:created>
  <dcterms:modified xsi:type="dcterms:W3CDTF">2026-01-10T19:55:10Z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